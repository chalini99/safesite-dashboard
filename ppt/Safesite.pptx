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0" autoAdjust="0"/>
    <p:restoredTop sz="94660"/>
  </p:normalViewPr>
  <p:slideViewPr>
    <p:cSldViewPr snapToGrid="0">
      <p:cViewPr varScale="1">
        <p:scale>
          <a:sx n="90" d="100"/>
          <a:sy n="90" d="100"/>
        </p:scale>
        <p:origin x="16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E8F40-58B5-52CC-A4DA-5827A6D04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15D1AE-89AD-1EAE-28CE-B77F9363ED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184A7-34E8-71A5-0E7B-51D3826E7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ACFF6-7885-4272-8517-E607D621399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8CC3D-3222-654C-A8D1-C4B0521C7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68381-767D-8FB3-7B65-208A33DDB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40B2-1BBC-46AF-B680-6E700B814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380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14C5C-8E90-5474-DAA2-08CCBBA95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97ED5-1998-3196-7E86-4A970C6BC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9FA28-2507-E2E4-BEEE-549105A22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ACFF6-7885-4272-8517-E607D621399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946A4-F9C3-C2DF-06A2-5335B6A86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1678F-605F-3D88-F12D-515AC573E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40B2-1BBC-46AF-B680-6E700B814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146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DEF3D-E477-E9E8-8C10-00E08C29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13023-5927-30E8-C6FE-48E5FA179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F8687-C87D-9900-1DBB-1DB45E4AD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ACFF6-7885-4272-8517-E607D621399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6E46F-BE6E-D801-353A-13699A456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51706-3DCF-F73F-BF63-09B682CC8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40B2-1BBC-46AF-B680-6E700B814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603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01AC1-8B79-5FCA-AB8E-04C4C25F1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0A573-EA52-8224-CF33-072F48511E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43B03B-05FF-BE17-AAD7-84AE1DC5E3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214844-D129-7EF1-FECD-61D7A77B3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ACFF6-7885-4272-8517-E607D621399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5CC91-4A69-6DFA-5EB3-23E2350D0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59E1F-72EC-D4DF-822D-CDD8902B0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40B2-1BBC-46AF-B680-6E700B814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445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C5DE8-A8FC-4349-D311-11EC350D3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6465E-FF92-C5C5-5E00-73CA09FE8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F5450-3708-0000-DADF-6CCE70140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BFFDB4-5716-D0AE-0E50-0B81F785A0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799085-44D9-7D4E-D9B8-CF9C99B340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89F5BE-C6A2-5A0A-A414-26B781432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ACFF6-7885-4272-8517-E607D621399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A4D6D0-3C13-7704-EF39-1CAB9241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F2D5C-DB0C-DB2F-764C-93CAC555D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40B2-1BBC-46AF-B680-6E700B814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29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270D6-F5A6-6704-BA36-C8DED5F2C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AA439B-FEE9-50E1-2AFA-2501BB775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ACFF6-7885-4272-8517-E607D621399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67744-C3B6-FDEE-A504-206AD3A2D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51D711-22F6-0B47-C060-BF4198616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40B2-1BBC-46AF-B680-6E700B814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116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3FBEAC-D4DC-9BCF-DD1F-EB945F0C5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ACFF6-7885-4272-8517-E607D621399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2C9709-06D2-FEA1-BF5F-CE8687EC0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2FD3F-9D9B-3D4B-474D-3651B482A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40B2-1BBC-46AF-B680-6E700B814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903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4834A-AC74-E9BB-E276-B9C278AA7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B4B9F-70E0-4AAF-3CCB-A39BF44DC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8100A5-6997-0339-B36A-FCDC83D79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C157D-9D3F-F10C-087B-A4F7E365F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ACFF6-7885-4272-8517-E607D621399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80D419-2B52-8BA4-CE1F-D2BEB6062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7926B-AEDB-090F-A575-230389C12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40B2-1BBC-46AF-B680-6E700B814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512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CE4EE-AA60-9E9D-0529-DFDADDA8C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B46F1E-961F-0A9A-D659-A73B21CB35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4EF269-DB92-4049-9371-0F18848E2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C3540-3FA9-6899-227D-41F3A707C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ACFF6-7885-4272-8517-E607D621399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CBA8C-41A3-1D66-A802-7758D6515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A0508-CAA3-62D0-F6F2-0B7B486C8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40B2-1BBC-46AF-B680-6E700B814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33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D453A-8F1B-B371-5AA4-CF4D70C46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9698AE-785D-765E-6C12-25E493634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A5849-C901-C11D-7A07-03FF9230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ACFF6-7885-4272-8517-E607D621399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D6E47-EE0A-517F-2339-21EF1A8EE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D3AD6-E9D9-CFFC-851A-66E8725D4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40B2-1BBC-46AF-B680-6E700B814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343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E686A2-FA02-B4E0-12EC-81BDF6D836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CAC073-09F6-6763-295E-6A592DC72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AA570-7AC2-37D7-0ABE-3E959A67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ACFF6-7885-4272-8517-E607D621399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F244F-6493-EB85-FA2E-8F790DCCC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95BFC-F879-5E99-B186-1D3A6B4D1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40B2-1BBC-46AF-B680-6E700B814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96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463C07-D3B5-84EA-8FF0-6A6C7D297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7AC99-CB63-D19D-12BF-5E21AF840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BA2BC-4358-4029-E44A-15C12B19B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6ACFF6-7885-4272-8517-E607D621399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89BE7-5E08-B78D-51F9-EC8492278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87835-39E0-BF8C-4753-06AE1E7E4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B740B2-1BBC-46AF-B680-6E700B814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57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7F6AE-B884-3616-B569-7289D9806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396694"/>
          </a:xfrm>
        </p:spPr>
        <p:txBody>
          <a:bodyPr>
            <a:normAutofit/>
          </a:bodyPr>
          <a:lstStyle/>
          <a:p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SafeSite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AI-Powered Worker Safety Monitoring System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Tagline: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/>
              <a:t>“Empowering Construction Safety Through AI &amp; IoT Intelligence”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chalinim99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Hackathon: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Aurigo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Infracode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Chalini M and Supriya 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balakrishna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121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854F2-9912-0B94-6EF6-BF1DEED78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C3371-5E52-73CC-6D6D-FEA166577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The Challenge:</a:t>
            </a:r>
            <a:endParaRPr lang="en-US" dirty="0"/>
          </a:p>
          <a:p>
            <a:r>
              <a:rPr lang="en-US" dirty="0"/>
              <a:t>Construction sites face </a:t>
            </a:r>
            <a:r>
              <a:rPr lang="en-US" b="1" dirty="0"/>
              <a:t>high accident rates</a:t>
            </a:r>
            <a:r>
              <a:rPr lang="en-US" dirty="0"/>
              <a:t> due to unsafe practices, lack of real-time monitoring, and delayed response.</a:t>
            </a:r>
          </a:p>
          <a:p>
            <a:r>
              <a:rPr lang="en-US" dirty="0"/>
              <a:t>Manual safety audits are </a:t>
            </a:r>
            <a:r>
              <a:rPr lang="en-US" b="1" dirty="0"/>
              <a:t>time-consuming</a:t>
            </a:r>
            <a:r>
              <a:rPr lang="en-US" dirty="0"/>
              <a:t>, </a:t>
            </a:r>
            <a:r>
              <a:rPr lang="en-US" b="1" dirty="0"/>
              <a:t>inaccurate</a:t>
            </a:r>
            <a:r>
              <a:rPr lang="en-US" dirty="0"/>
              <a:t>, and </a:t>
            </a:r>
            <a:r>
              <a:rPr lang="en-US" b="1" dirty="0"/>
              <a:t>reactive</a:t>
            </a:r>
            <a:r>
              <a:rPr lang="en-US" dirty="0"/>
              <a:t>, not preventive.</a:t>
            </a:r>
          </a:p>
          <a:p>
            <a:r>
              <a:rPr lang="en-US" b="1" dirty="0"/>
              <a:t>Key Issues:</a:t>
            </a:r>
            <a:endParaRPr lang="en-US" dirty="0"/>
          </a:p>
          <a:p>
            <a:r>
              <a:rPr lang="en-US" dirty="0"/>
              <a:t>Workers not wearing PPE (helmets, vests, gloves)</a:t>
            </a:r>
          </a:p>
          <a:p>
            <a:r>
              <a:rPr lang="en-US" dirty="0"/>
              <a:t>Unauthorized zone entry</a:t>
            </a:r>
          </a:p>
          <a:p>
            <a:r>
              <a:rPr lang="en-US" dirty="0"/>
              <a:t>Lack of immediate alerts</a:t>
            </a:r>
          </a:p>
          <a:p>
            <a:r>
              <a:rPr lang="en-US" dirty="0"/>
              <a:t>No integrated IoT + AI monitoring system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7605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6E89-2BF7-240E-2AD3-4FF7F2E66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86DD1-58BE-256C-FF1B-1D3781FCB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err="1"/>
              <a:t>SafeSite</a:t>
            </a:r>
            <a:r>
              <a:rPr lang="en-IN" dirty="0"/>
              <a:t> is an </a:t>
            </a:r>
            <a:r>
              <a:rPr lang="en-IN" b="1" dirty="0"/>
              <a:t>AI + IoT powered safety monitoring platform</a:t>
            </a:r>
            <a:r>
              <a:rPr lang="en-IN" dirty="0"/>
              <a:t> that detects unsafe </a:t>
            </a:r>
            <a:r>
              <a:rPr lang="en-IN" dirty="0" err="1"/>
              <a:t>behaviors</a:t>
            </a:r>
            <a:r>
              <a:rPr lang="en-IN" dirty="0"/>
              <a:t> and environmental hazards in real-time.</a:t>
            </a:r>
          </a:p>
          <a:p>
            <a:r>
              <a:rPr lang="en-IN" b="1" dirty="0"/>
              <a:t>Core Features:</a:t>
            </a:r>
            <a:br>
              <a:rPr lang="en-IN" dirty="0"/>
            </a:br>
            <a:r>
              <a:rPr lang="en-IN" dirty="0"/>
              <a:t> Real-time helmet and PPE detection using YOLOv8</a:t>
            </a:r>
            <a:br>
              <a:rPr lang="en-IN" dirty="0"/>
            </a:br>
            <a:r>
              <a:rPr lang="en-IN" dirty="0"/>
              <a:t> IoT sensors for gas leaks, vibration, and temperature</a:t>
            </a:r>
            <a:br>
              <a:rPr lang="en-IN" dirty="0"/>
            </a:br>
            <a:r>
              <a:rPr lang="en-IN" dirty="0"/>
              <a:t> Automatic alerts to supervisors (SMS/Email)</a:t>
            </a:r>
            <a:br>
              <a:rPr lang="en-IN" dirty="0"/>
            </a:br>
            <a:r>
              <a:rPr lang="en-IN" dirty="0"/>
              <a:t> Live dashboard for monitoring site safety status</a:t>
            </a:r>
          </a:p>
          <a:p>
            <a:r>
              <a:rPr lang="en-IN" b="1" dirty="0"/>
              <a:t>Outcome:</a:t>
            </a:r>
            <a:br>
              <a:rPr lang="en-IN" dirty="0"/>
            </a:br>
            <a:r>
              <a:rPr lang="en-IN" dirty="0"/>
              <a:t>A proactive, data-driven system that helps reduce accidents and improve compliance.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0815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6C3B4-8FB1-38B5-6261-E58BFFCA4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871E8-AD6B-0183-F975-DD17D2296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Flow:</a:t>
            </a:r>
            <a:endParaRPr lang="en-IN" dirty="0"/>
          </a:p>
          <a:p>
            <a:r>
              <a:rPr lang="en-IN" dirty="0"/>
              <a:t>CCTV/Drone captures live video</a:t>
            </a:r>
          </a:p>
          <a:p>
            <a:r>
              <a:rPr lang="en-IN" dirty="0"/>
              <a:t>YOLOv8 model detects unsafe activity</a:t>
            </a:r>
          </a:p>
          <a:p>
            <a:r>
              <a:rPr lang="en-IN" dirty="0"/>
              <a:t>IoT sensors send environmental data</a:t>
            </a:r>
          </a:p>
          <a:p>
            <a:r>
              <a:rPr lang="en-IN" dirty="0"/>
              <a:t>Flask backend merges &amp; triggers alerts</a:t>
            </a:r>
          </a:p>
          <a:p>
            <a:r>
              <a:rPr lang="en-IN" dirty="0" err="1"/>
              <a:t>Streamlit</a:t>
            </a:r>
            <a:r>
              <a:rPr lang="en-IN" dirty="0"/>
              <a:t> dashboard visualizes status</a:t>
            </a:r>
          </a:p>
          <a:p>
            <a:r>
              <a:rPr lang="en-IN" b="1" dirty="0"/>
              <a:t>Tech Stack:</a:t>
            </a:r>
            <a:br>
              <a:rPr lang="en-IN" dirty="0"/>
            </a:br>
            <a:r>
              <a:rPr lang="en-IN" dirty="0"/>
              <a:t>AI: YOLOv8, OpenCV</a:t>
            </a:r>
            <a:br>
              <a:rPr lang="en-IN" dirty="0"/>
            </a:br>
            <a:r>
              <a:rPr lang="en-IN" dirty="0"/>
              <a:t>IoT: ESP32, DHT11, MQ-2 Sensor</a:t>
            </a:r>
            <a:br>
              <a:rPr lang="en-IN" dirty="0"/>
            </a:br>
            <a:r>
              <a:rPr lang="en-IN" dirty="0"/>
              <a:t>Backend: Flask API</a:t>
            </a:r>
            <a:br>
              <a:rPr lang="en-IN" dirty="0"/>
            </a:br>
            <a:r>
              <a:rPr lang="en-IN" dirty="0"/>
              <a:t>Frontend: </a:t>
            </a:r>
            <a:r>
              <a:rPr lang="en-IN" dirty="0" err="1"/>
              <a:t>Streamlit</a:t>
            </a:r>
            <a:r>
              <a:rPr lang="en-IN" dirty="0"/>
              <a:t> Dashboard</a:t>
            </a:r>
            <a:br>
              <a:rPr lang="en-IN" dirty="0"/>
            </a:br>
            <a:r>
              <a:rPr lang="en-IN" dirty="0"/>
              <a:t>Database: Firebase/MongoDB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0648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6000B-3F18-EC16-CF6F-9F7AAB9D2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&amp;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2DFB6-FF5C-0AE9-F9F9-5593B72F3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Prototype Components:</a:t>
            </a:r>
            <a:endParaRPr lang="en-IN" dirty="0"/>
          </a:p>
          <a:p>
            <a:r>
              <a:rPr lang="en-IN" dirty="0"/>
              <a:t>Trained YOLOv8 model for PPE detection</a:t>
            </a:r>
          </a:p>
          <a:p>
            <a:r>
              <a:rPr lang="en-IN" dirty="0"/>
              <a:t>ESP32 setup with sensors for hazard monitoring</a:t>
            </a:r>
          </a:p>
          <a:p>
            <a:r>
              <a:rPr lang="en-IN" dirty="0"/>
              <a:t>Flask API for event logging &amp; alert generation</a:t>
            </a:r>
          </a:p>
          <a:p>
            <a:r>
              <a:rPr lang="en-IN" dirty="0" err="1"/>
              <a:t>Streamlit</a:t>
            </a:r>
            <a:r>
              <a:rPr lang="en-IN" dirty="0"/>
              <a:t> dashboard with live safety metrics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6827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1861A-E169-9107-3179-84B44AEEC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Impact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4FE2E-EF20-43A4-DBCA-156F6C1AB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Impact:</a:t>
            </a:r>
            <a:endParaRPr lang="en-IN" dirty="0"/>
          </a:p>
          <a:p>
            <a:r>
              <a:rPr lang="en-IN" dirty="0"/>
              <a:t>Reduces on-site accidents through early detection</a:t>
            </a:r>
          </a:p>
          <a:p>
            <a:r>
              <a:rPr lang="en-IN" dirty="0"/>
              <a:t>Enhances worker safety culture</a:t>
            </a:r>
          </a:p>
          <a:p>
            <a:r>
              <a:rPr lang="en-IN" dirty="0"/>
              <a:t>Enables digital safety audits and compliance reports</a:t>
            </a:r>
          </a:p>
          <a:p>
            <a:pPr marL="0" indent="0">
              <a:buNone/>
            </a:pPr>
            <a:r>
              <a:rPr lang="en-IN" b="1" dirty="0"/>
              <a:t>Future Enhancements:</a:t>
            </a:r>
            <a:endParaRPr lang="en-IN" dirty="0"/>
          </a:p>
          <a:p>
            <a:r>
              <a:rPr lang="en-IN" dirty="0"/>
              <a:t>Drone-based site surveillance</a:t>
            </a:r>
          </a:p>
          <a:p>
            <a:r>
              <a:rPr lang="en-IN" dirty="0"/>
              <a:t>Predictive risk analytics</a:t>
            </a:r>
          </a:p>
          <a:p>
            <a:r>
              <a:rPr lang="en-IN" dirty="0"/>
              <a:t>Integration with BIM for digital twin visualization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5046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330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 SafeSite – AI-Powered Worker Safety Monitoring System  Tagline: “Empowering Construction Safety Through AI &amp; IoT Intelligence”  Team Name: chalinim99  Hackathon: Aurigo Infracode 2025  Members: Chalini M and Supriya balakrishna </vt:lpstr>
      <vt:lpstr>Problem Statement</vt:lpstr>
      <vt:lpstr>Proposed Solution</vt:lpstr>
      <vt:lpstr>System Architecture</vt:lpstr>
      <vt:lpstr>Implementation &amp; Demo</vt:lpstr>
      <vt:lpstr>Impact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chalinimurali7@gmail.com</dc:creator>
  <cp:lastModifiedBy>chalinimurali7@gmail.com</cp:lastModifiedBy>
  <cp:revision>2</cp:revision>
  <dcterms:created xsi:type="dcterms:W3CDTF">2025-11-01T16:57:38Z</dcterms:created>
  <dcterms:modified xsi:type="dcterms:W3CDTF">2025-11-06T17:41:58Z</dcterms:modified>
</cp:coreProperties>
</file>